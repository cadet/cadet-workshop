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5317"/>
    <a:srgbClr val="084F6A"/>
    <a:srgbClr val="80350E"/>
    <a:srgbClr val="000000"/>
    <a:srgbClr val="7474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-1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7FC99-4397-4E0A-9FFD-040F4E03B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9DE8EF-32B2-762C-B38D-C744D2FB8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9F003-B608-9A17-7E3D-007EBD273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6060-F97A-4889-A38E-3A6A78D81CBD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38D36-15C5-CCB0-B81D-D490F13C9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DEF2E-28C3-2E4F-798D-905F1CB4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4C4C-74C7-43F1-9767-428AA0F6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15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FA6AD-03E0-903A-FC7F-DEDC9FA27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6FDB8-D108-EF76-BE9F-6157AA7CC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9522C-B777-C89E-B281-42322FAA8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6060-F97A-4889-A38E-3A6A78D81CBD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2573A-0672-2F61-A065-BDE725E30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DF491-97DB-7B02-B2BC-4EDB13A7F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4C4C-74C7-43F1-9767-428AA0F6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85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D1BA5-118B-E5F8-D7ED-0A973D21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C9E8D-F627-C3C9-6FDE-A4A4B8243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AF758-BE5E-0119-C46D-A81895B68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6060-F97A-4889-A38E-3A6A78D81CBD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9F383-9A59-CF12-3C00-70040E267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26A71-2957-1ECE-AEA0-A1D2C75A7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4C4C-74C7-43F1-9767-428AA0F6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06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BE9B3-60CD-CAD6-4661-41913D9FF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FE3D2-7BD3-C10F-CEC1-53BA2D486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831C2-125A-2615-C35F-41BFC0714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EC800-59F2-5641-775C-854561374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6060-F97A-4889-A38E-3A6A78D81CBD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E31BC-F03F-D117-A428-32352FC6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FF144-491E-EA97-6597-D9572828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4C4C-74C7-43F1-9767-428AA0F6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68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D6BAF-4E6A-FA64-B29C-C9BA78DE6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A4C8D-F5A1-CE2E-F453-99025577F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A0C29-5728-0AB2-A353-E4E4F93C3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BB83E-8922-63CA-ADE6-647254F0FF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74DD93-4352-4734-2D74-03ED61F05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DEA80B-DC67-452A-37DE-08F8C31B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6060-F97A-4889-A38E-3A6A78D81CBD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467D77-F55C-06F0-10B5-D6EE67290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B583AA-9F0D-BEE8-2B93-0CE8CEE27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4C4C-74C7-43F1-9767-428AA0F6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6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8A98-386D-C0E6-7349-4016C431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2019A-DA6E-3760-6BC8-8A7C1E3B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6060-F97A-4889-A38E-3A6A78D81CBD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639F86-26F9-21D0-DFF7-54E9193B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3F069-DB13-E95F-E2FB-0A61F196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4C4C-74C7-43F1-9767-428AA0F6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049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CB579D-BD55-DB28-D684-01315B46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6060-F97A-4889-A38E-3A6A78D81CBD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CC467-0FB8-8DCB-6A1E-EFF504B9A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A3068-1F97-8F32-C09F-BB2ADB187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4C4C-74C7-43F1-9767-428AA0F6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5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289F0-0336-08C4-5560-19AE1D096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5719E-39E8-7466-A7C1-95D73A9B5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02CE0-B288-B239-035F-93CE38919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3DBFA-D646-1B86-5789-3247B71BF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6060-F97A-4889-A38E-3A6A78D81CBD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80976-C900-15C8-228A-ABFFA782E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E6D84-4B36-03D1-320A-CDA294140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4C4C-74C7-43F1-9767-428AA0F6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57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C78F4-4B94-DB88-54A0-F2C617A77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8E9D31-92B5-6460-4D69-DB17E434A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BAEF8-8177-4965-3883-4209DC59E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21FEA-90BF-3C9D-4C23-355132A1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6060-F97A-4889-A38E-3A6A78D81CBD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84931-A537-97ED-AB3F-DF44E9511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7B361-E225-4EBF-33FA-B97C205FD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4C4C-74C7-43F1-9767-428AA0F6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77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DB83D-0421-547B-7FA6-D842C37F2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C1C33-7EBF-E5F1-2CA9-F25544FF6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0E633-766A-1536-500D-CFB85BAA0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6060-F97A-4889-A38E-3A6A78D81CBD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AF432-6D9F-A921-6D7F-F07FA1D59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B6B47-9C62-1663-AF74-617ECCF6B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4C4C-74C7-43F1-9767-428AA0F6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58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34ED7F-9959-6540-56D0-B6F490613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F264D1-FCAB-0CEA-A707-4C7735448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3ACA6-35AF-EFCA-2B6A-775581066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6060-F97A-4889-A38E-3A6A78D81CBD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AAD32-69EB-CD31-6600-409F08077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A2E6D-A242-BE37-913E-060093F3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4C4C-74C7-43F1-9767-428AA0F6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72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C2D2E7-E32C-9115-E380-7317CD2B8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547B7-A04E-B4C6-21B2-1A5504893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FC879-DB47-337E-B201-DDA9570FE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E6060-F97A-4889-A38E-3A6A78D81CBD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2A7E7-0E52-C58D-E769-AB2A7311A7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D428B-37D9-7CAC-8047-445E394AD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74C4C-74C7-43F1-9767-428AA0F6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2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CE3746F0-EBA5-0505-6982-C9EED80B2B83}"/>
              </a:ext>
            </a:extLst>
          </p:cNvPr>
          <p:cNvGrpSpPr/>
          <p:nvPr/>
        </p:nvGrpSpPr>
        <p:grpSpPr>
          <a:xfrm>
            <a:off x="2094111" y="266699"/>
            <a:ext cx="7248010" cy="6203587"/>
            <a:chOff x="1468820" y="100879"/>
            <a:chExt cx="8015267" cy="693332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72D6101-5214-2ADD-0F24-CA2C71F83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7912" y="100879"/>
              <a:ext cx="6776175" cy="665624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79F2EB-204A-3523-394E-DCA5478BE7F7}"/>
                </a:ext>
              </a:extLst>
            </p:cNvPr>
            <p:cNvSpPr/>
            <p:nvPr/>
          </p:nvSpPr>
          <p:spPr>
            <a:xfrm>
              <a:off x="3367790" y="464695"/>
              <a:ext cx="1893019" cy="1896842"/>
            </a:xfrm>
            <a:prstGeom prst="rect">
              <a:avLst/>
            </a:prstGeom>
            <a:solidFill>
              <a:srgbClr val="80350E">
                <a:alpha val="8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/>
                <a:t>BULK ↔ BULK</a:t>
              </a:r>
            </a:p>
            <a:p>
              <a:pPr algn="ctr"/>
              <a:r>
                <a:rPr lang="en-US" sz="1600" b="1" dirty="0"/>
                <a:t>Convection, Dispersion,</a:t>
              </a:r>
            </a:p>
            <a:p>
              <a:pPr algn="ctr"/>
              <a:r>
                <a:rPr lang="en-US" sz="1600" b="1" dirty="0"/>
                <a:t>Reaction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C821163-175F-F1E3-6E93-C93434FED216}"/>
                </a:ext>
              </a:extLst>
            </p:cNvPr>
            <p:cNvSpPr/>
            <p:nvPr/>
          </p:nvSpPr>
          <p:spPr>
            <a:xfrm>
              <a:off x="5260809" y="2361536"/>
              <a:ext cx="3791751" cy="3803043"/>
            </a:xfrm>
            <a:prstGeom prst="rect">
              <a:avLst/>
            </a:prstGeom>
            <a:solidFill>
              <a:srgbClr val="275317">
                <a:alpha val="8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/>
                <a:t>PARTICLE ↔ PARTICLE</a:t>
              </a:r>
            </a:p>
            <a:p>
              <a:pPr algn="ctr"/>
              <a:r>
                <a:rPr lang="en-US" sz="1600" b="1" dirty="0"/>
                <a:t>Particle transport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ED70771-1638-9597-DFB3-4A8D025E9B9B}"/>
                </a:ext>
              </a:extLst>
            </p:cNvPr>
            <p:cNvSpPr/>
            <p:nvPr/>
          </p:nvSpPr>
          <p:spPr>
            <a:xfrm>
              <a:off x="3367790" y="2361536"/>
              <a:ext cx="1893019" cy="3803043"/>
            </a:xfrm>
            <a:prstGeom prst="rect">
              <a:avLst/>
            </a:prstGeom>
            <a:solidFill>
              <a:srgbClr val="084F6A">
                <a:alpha val="8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/>
                <a:t>PARTICLE ↔ BULK</a:t>
              </a:r>
            </a:p>
            <a:p>
              <a:pPr algn="ctr"/>
              <a:r>
                <a:rPr lang="en-US" sz="1600" b="1" dirty="0"/>
                <a:t>Film Diffusion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35F03C-2CC2-668E-7701-B27A042968E3}"/>
                </a:ext>
              </a:extLst>
            </p:cNvPr>
            <p:cNvSpPr/>
            <p:nvPr/>
          </p:nvSpPr>
          <p:spPr>
            <a:xfrm>
              <a:off x="5260809" y="464695"/>
              <a:ext cx="3791751" cy="1896841"/>
            </a:xfrm>
            <a:prstGeom prst="rect">
              <a:avLst/>
            </a:prstGeom>
            <a:solidFill>
              <a:srgbClr val="084F6A">
                <a:alpha val="8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/>
                <a:t>BULK ↔ PARTICLE</a:t>
              </a:r>
            </a:p>
            <a:p>
              <a:pPr algn="ctr"/>
              <a:r>
                <a:rPr lang="en-US" sz="1600" b="1" dirty="0"/>
                <a:t>Film Diffusion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1397B58-883C-95D2-9D50-B7DBE729E254}"/>
                </a:ext>
              </a:extLst>
            </p:cNvPr>
            <p:cNvSpPr/>
            <p:nvPr/>
          </p:nvSpPr>
          <p:spPr>
            <a:xfrm>
              <a:off x="2560320" y="2118360"/>
              <a:ext cx="441960" cy="23317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F214F91-5202-BC82-654F-6330FFBD5EDF}"/>
                </a:ext>
              </a:extLst>
            </p:cNvPr>
            <p:cNvSpPr/>
            <p:nvPr/>
          </p:nvSpPr>
          <p:spPr>
            <a:xfrm rot="5400000">
              <a:off x="5966460" y="5445572"/>
              <a:ext cx="441960" cy="23317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Left Brace 11">
              <a:extLst>
                <a:ext uri="{FF2B5EF4-FFF2-40B4-BE49-F238E27FC236}">
                  <a16:creationId xmlns:a16="http://schemas.microsoft.com/office/drawing/2014/main" id="{BE488773-C1C2-15CA-D680-2585476E0D9A}"/>
                </a:ext>
              </a:extLst>
            </p:cNvPr>
            <p:cNvSpPr/>
            <p:nvPr/>
          </p:nvSpPr>
          <p:spPr>
            <a:xfrm>
              <a:off x="2707912" y="464695"/>
              <a:ext cx="294368" cy="1896841"/>
            </a:xfrm>
            <a:prstGeom prst="leftBrac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Left Brace 12">
              <a:extLst>
                <a:ext uri="{FF2B5EF4-FFF2-40B4-BE49-F238E27FC236}">
                  <a16:creationId xmlns:a16="http://schemas.microsoft.com/office/drawing/2014/main" id="{0909422C-FFC8-2A85-7637-F94BFF8239C7}"/>
                </a:ext>
              </a:extLst>
            </p:cNvPr>
            <p:cNvSpPr/>
            <p:nvPr/>
          </p:nvSpPr>
          <p:spPr>
            <a:xfrm>
              <a:off x="2707912" y="2366216"/>
              <a:ext cx="294368" cy="3798363"/>
            </a:xfrm>
            <a:prstGeom prst="leftBrac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8D6F587-D701-CF62-6840-DBC9810E5794}"/>
                </a:ext>
              </a:extLst>
            </p:cNvPr>
            <p:cNvGrpSpPr/>
            <p:nvPr/>
          </p:nvGrpSpPr>
          <p:grpSpPr>
            <a:xfrm rot="16200000" flipH="1">
              <a:off x="6070548" y="3725748"/>
              <a:ext cx="294368" cy="5699884"/>
              <a:chOff x="2860312" y="617095"/>
              <a:chExt cx="294368" cy="5699884"/>
            </a:xfrm>
          </p:grpSpPr>
          <p:sp>
            <p:nvSpPr>
              <p:cNvPr id="14" name="Left Brace 13">
                <a:extLst>
                  <a:ext uri="{FF2B5EF4-FFF2-40B4-BE49-F238E27FC236}">
                    <a16:creationId xmlns:a16="http://schemas.microsoft.com/office/drawing/2014/main" id="{B1D4C1A6-DD04-9148-9F9A-F14478765F0B}"/>
                  </a:ext>
                </a:extLst>
              </p:cNvPr>
              <p:cNvSpPr/>
              <p:nvPr/>
            </p:nvSpPr>
            <p:spPr>
              <a:xfrm rot="10800000">
                <a:off x="2860312" y="617095"/>
                <a:ext cx="294368" cy="1896841"/>
              </a:xfrm>
              <a:prstGeom prst="leftBrac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Left Brace 14">
                <a:extLst>
                  <a:ext uri="{FF2B5EF4-FFF2-40B4-BE49-F238E27FC236}">
                    <a16:creationId xmlns:a16="http://schemas.microsoft.com/office/drawing/2014/main" id="{9886675B-C1B7-E8A5-356B-C345CCA20F30}"/>
                  </a:ext>
                </a:extLst>
              </p:cNvPr>
              <p:cNvSpPr/>
              <p:nvPr/>
            </p:nvSpPr>
            <p:spPr>
              <a:xfrm rot="10800000">
                <a:off x="2860312" y="2518616"/>
                <a:ext cx="294368" cy="3798363"/>
              </a:xfrm>
              <a:prstGeom prst="leftBrac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965EF92-5DE0-ACCC-4950-0BF46E4951D3}"/>
                </a:ext>
              </a:extLst>
            </p:cNvPr>
            <p:cNvSpPr txBox="1"/>
            <p:nvPr/>
          </p:nvSpPr>
          <p:spPr>
            <a:xfrm>
              <a:off x="1895558" y="1228449"/>
              <a:ext cx="7280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BULK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049853-786A-A137-7EB9-C2ECD049C364}"/>
                </a:ext>
              </a:extLst>
            </p:cNvPr>
            <p:cNvSpPr txBox="1"/>
            <p:nvPr/>
          </p:nvSpPr>
          <p:spPr>
            <a:xfrm>
              <a:off x="1468820" y="4080748"/>
              <a:ext cx="1151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PARTICLE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D668C85-4696-2ABB-9F80-07E92A8009DF}"/>
                </a:ext>
              </a:extLst>
            </p:cNvPr>
            <p:cNvSpPr txBox="1"/>
            <p:nvPr/>
          </p:nvSpPr>
          <p:spPr>
            <a:xfrm>
              <a:off x="6592790" y="6664869"/>
              <a:ext cx="11514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PARTICLE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8B27F6F-BED0-59F1-2F9F-2F4CC2B8D38F}"/>
              </a:ext>
            </a:extLst>
          </p:cNvPr>
          <p:cNvSpPr txBox="1"/>
          <p:nvPr/>
        </p:nvSpPr>
        <p:spPr>
          <a:xfrm>
            <a:off x="4303165" y="6138753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BULK</a:t>
            </a:r>
          </a:p>
        </p:txBody>
      </p:sp>
    </p:spTree>
    <p:extLst>
      <p:ext uri="{BB962C8B-B14F-4D97-AF65-F5344CB8AC3E}">
        <p14:creationId xmlns:p14="http://schemas.microsoft.com/office/powerpoint/2010/main" val="348542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Forschungszentrum Juelich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Atak, Kaan</dc:creator>
  <cp:lastModifiedBy>Atak, Kaan</cp:lastModifiedBy>
  <cp:revision>3</cp:revision>
  <dcterms:created xsi:type="dcterms:W3CDTF">2026-10-29T13:48:15Z</dcterms:created>
  <dcterms:modified xsi:type="dcterms:W3CDTF">2026-10-29T13:53:49Z</dcterms:modified>
</cp:coreProperties>
</file>